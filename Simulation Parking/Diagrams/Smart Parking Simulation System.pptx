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8" r:id="rId6"/>
    <p:sldId id="309" r:id="rId7"/>
    <p:sldId id="318" r:id="rId8"/>
    <p:sldId id="263" r:id="rId9"/>
    <p:sldId id="310" r:id="rId10"/>
    <p:sldId id="311" r:id="rId11"/>
    <p:sldId id="3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5/12/2026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27D2-FB25-8E9B-8D21-3206E1868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210CC-8628-4B39-98AC-4E5CFD887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3E3EB-E97D-7C20-76DA-9CC97F3DC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48FD-B86F-C9A5-0B2E-40E612352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978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3" y="2590800"/>
            <a:ext cx="10542651" cy="3352800"/>
          </a:xfrm>
        </p:spPr>
        <p:txBody>
          <a:bodyPr anchor="ctr"/>
          <a:lstStyle/>
          <a:p>
            <a:r>
              <a:rPr lang="en-US" dirty="0"/>
              <a:t>Smart Parking Simulation System</a:t>
            </a:r>
            <a:br>
              <a:rPr lang="en-US" dirty="0"/>
            </a:br>
            <a:br>
              <a:rPr lang="en-US" sz="36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612489"/>
            <a:ext cx="9349607" cy="4915886"/>
          </a:xfrm>
        </p:spPr>
        <p:txBody>
          <a:bodyPr numCol="1" anchor="ctr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" panose="020B0004020202020204" pitchFamily="34" charset="0"/>
              </a:rPr>
              <a:t> Traditional parking systems face many problems such as: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Traffic congestion 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Long waiting queues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Inefficient parking allocation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Payment delays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 </a:t>
            </a:r>
            <a:br>
              <a:rPr lang="en-US" sz="2400" dirty="0">
                <a:latin typeface="Aptos Display" panose="020B0004020202020204" pitchFamily="34" charset="0"/>
              </a:rPr>
            </a:b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2400" dirty="0">
                <a:latin typeface="Book Antiqua" panose="02040602050305030304" pitchFamily="18" charset="0"/>
              </a:rPr>
              <a:t> </a:t>
            </a:r>
            <a:r>
              <a:rPr lang="en-US" sz="2400" b="1" dirty="0">
                <a:latin typeface="Aptos Display" panose="020B0004020202020204" pitchFamily="34" charset="0"/>
              </a:rPr>
              <a:t>Proposed Solution is a smart parking simulation system that:</a:t>
            </a: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Allocates parking slots automatically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Manages waiting queues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Calculates parking cost dynamically 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Tracks occupancy and revenue </a:t>
            </a:r>
            <a:br>
              <a:rPr lang="en-US" sz="2400" dirty="0">
                <a:latin typeface="Aptos Display" panose="020B0004020202020204" pitchFamily="34" charset="0"/>
              </a:rPr>
            </a:b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F4AAE-0588-8BB0-7C52-3E2B04B32749}"/>
              </a:ext>
            </a:extLst>
          </p:cNvPr>
          <p:cNvSpPr txBox="1"/>
          <p:nvPr/>
        </p:nvSpPr>
        <p:spPr>
          <a:xfrm>
            <a:off x="2871020" y="329625"/>
            <a:ext cx="513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 Rounded MT Bold" panose="020F070403050403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3" y="157316"/>
            <a:ext cx="4404852" cy="741680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System Workflow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C2B910C-CC43-AFF2-9D27-275B1147905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18751759"/>
              </p:ext>
            </p:extLst>
          </p:nvPr>
        </p:nvGraphicFramePr>
        <p:xfrm>
          <a:off x="914400" y="2038350"/>
          <a:ext cx="71501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>
                  <a:extLst>
                    <a:ext uri="{9D8B030D-6E8A-4147-A177-3AD203B41FA5}">
                      <a16:colId xmlns:a16="http://schemas.microsoft.com/office/drawing/2014/main" val="498701967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165137035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814088806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44850033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94763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11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7434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0BF66E-AEB8-78F8-D526-4E7698EC4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47" y="103110"/>
            <a:ext cx="5594553" cy="67548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DE5F6F-2403-4584-B082-6B12C48D8985}"/>
              </a:ext>
            </a:extLst>
          </p:cNvPr>
          <p:cNvSpPr txBox="1"/>
          <p:nvPr/>
        </p:nvSpPr>
        <p:spPr>
          <a:xfrm>
            <a:off x="223024" y="981307"/>
            <a:ext cx="648163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The simulation starts by generating random cars and checking parking availability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If a parking slot is available, the car is parked.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Otherwise, the car is added to the waiting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system calculates parking duration and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Payment is processed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Revenue and occupancy are updated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system predicts peak hours and shows alerts during high occupancy.</a:t>
            </a:r>
            <a:endParaRPr lang="en-US" b="1" dirty="0">
              <a:latin typeface="Aptos Display" panose="020B0004020202020204" pitchFamily="34" charset="0"/>
            </a:endParaRP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Queue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Dynamic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Peak Hour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Real-Time Dashboard Updates.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4AED6-D3B5-100E-1A39-F15EBA1518B7}"/>
              </a:ext>
            </a:extLst>
          </p:cNvPr>
          <p:cNvSpPr txBox="1"/>
          <p:nvPr/>
        </p:nvSpPr>
        <p:spPr>
          <a:xfrm>
            <a:off x="1710813" y="3726426"/>
            <a:ext cx="3526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 Rounded MT Bold" panose="020F0704030504030204" pitchFamily="34" charset="0"/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B797-F862-1F63-BD6E-D48E595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17EA0B15-2C7D-559B-D926-954E0387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041685-2D77-6448-05E6-F0C6836FC85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76784" y="914399"/>
            <a:ext cx="11679936" cy="58613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1E7EF4-486D-7278-D164-FA4B6E893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1C4E0-05C1-AB20-2EA8-16927E27648A}"/>
              </a:ext>
            </a:extLst>
          </p:cNvPr>
          <p:cNvSpPr txBox="1"/>
          <p:nvPr/>
        </p:nvSpPr>
        <p:spPr>
          <a:xfrm>
            <a:off x="3048000" y="179307"/>
            <a:ext cx="478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 Rounded MT Bold" panose="020F0704030504030204" pitchFamily="34" charset="0"/>
              </a:rP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137499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267533-5883-02B9-202B-2FE4926A7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39" b="16531"/>
          <a:stretch>
            <a:fillRect/>
          </a:stretch>
        </p:blipFill>
        <p:spPr>
          <a:xfrm>
            <a:off x="486138" y="999451"/>
            <a:ext cx="10822328" cy="4625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F07ADC-9834-F98F-0642-2F8140E92745}"/>
              </a:ext>
            </a:extLst>
          </p:cNvPr>
          <p:cNvSpPr txBox="1"/>
          <p:nvPr/>
        </p:nvSpPr>
        <p:spPr>
          <a:xfrm>
            <a:off x="3599727" y="202650"/>
            <a:ext cx="3414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Rounded MT Bold" panose="020F0704030504030204" pitchFamily="34" charset="0"/>
              </a:rPr>
              <a:t>ERD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7652A-BCE4-EFBF-AD73-74898D66DBDE}"/>
              </a:ext>
            </a:extLst>
          </p:cNvPr>
          <p:cNvSpPr txBox="1"/>
          <p:nvPr/>
        </p:nvSpPr>
        <p:spPr>
          <a:xfrm>
            <a:off x="983848" y="5775767"/>
            <a:ext cx="9618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The ERD illustrates the relationships between the main</a:t>
            </a:r>
            <a:r>
              <a:rPr lang="ar-EG" sz="2400" dirty="0">
                <a:latin typeface="Aptos Display" panose="020B0004020202020204" pitchFamily="34" charset="0"/>
              </a:rPr>
              <a:t> </a:t>
            </a:r>
            <a:r>
              <a:rPr lang="en-US" sz="2400" dirty="0">
                <a:latin typeface="Aptos Display" panose="020B0004020202020204" pitchFamily="34" charset="0"/>
              </a:rPr>
              <a:t>system entities</a:t>
            </a:r>
            <a:r>
              <a:rPr lang="ar-EG" sz="2400" dirty="0">
                <a:latin typeface="Aptos Display" panose="020B0004020202020204" pitchFamily="34" charset="0"/>
              </a:rPr>
              <a:t> </a:t>
            </a:r>
            <a:r>
              <a:rPr lang="en-US" sz="2400" dirty="0">
                <a:latin typeface="Aptos Display" panose="020B0004020202020204" pitchFamily="34" charset="0"/>
              </a:rPr>
              <a:t>.</a:t>
            </a:r>
            <a:r>
              <a:rPr lang="ar-EG" sz="2400" dirty="0">
                <a:latin typeface="Aptos Display" panose="020B0004020202020204" pitchFamily="34" charset="0"/>
              </a:rPr>
              <a:t> </a:t>
            </a:r>
            <a:endParaRPr lang="en-US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3540"/>
            <a:ext cx="10360152" cy="775504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Problem &amp; Solution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678330"/>
            <a:ext cx="4791919" cy="42378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Problem: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Aptos Display" panose="020B0004020202020204" pitchFamily="34" charset="0"/>
              </a:rPr>
              <a:t>Traditional parking systems suffer from congestion and long waiting queues.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Aptos Display" panose="020B0004020202020204" pitchFamily="34" charset="0"/>
              </a:rPr>
              <a:t>Difficulty in managing parking slots efficiently.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Aptos Display" panose="020B0004020202020204" pitchFamily="34" charset="0"/>
              </a:rPr>
              <a:t>Lack of real-time tracking for occupancy and revenue.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Aptos Display" panose="020B0004020202020204" pitchFamily="34" charset="0"/>
              </a:rPr>
              <a:t>Slow and inefficient payment handling.</a:t>
            </a:r>
          </a:p>
          <a:p>
            <a:endParaRPr lang="en-US" sz="2400" b="1" dirty="0">
              <a:latin typeface="Aptos Display" panose="020B0004020202020204" pitchFamily="34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1678330"/>
            <a:ext cx="4576953" cy="423783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Solution:</a:t>
            </a:r>
          </a:p>
          <a:p>
            <a:r>
              <a:rPr lang="en-US" sz="2200" dirty="0">
                <a:latin typeface="Aptos Display" panose="020B0004020202020204" pitchFamily="34" charset="0"/>
              </a:rPr>
              <a:t>A Smart Parking Simulation System that: </a:t>
            </a:r>
          </a:p>
          <a:p>
            <a:pPr marL="0" lvl="1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- Automatically assigns parking slots. </a:t>
            </a:r>
          </a:p>
          <a:p>
            <a:pPr marL="0" lvl="1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- Manages waiting queues efficiently. </a:t>
            </a:r>
          </a:p>
          <a:p>
            <a:pPr marL="0" lvl="1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- Calculates dynamic pricing based on conditions. </a:t>
            </a:r>
          </a:p>
          <a:p>
            <a:pPr marL="0" lvl="1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- Tracks occupancy, revenue, and car behavior in real time.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E168CF-9718-647C-9654-AC8DF8B055BC}"/>
              </a:ext>
            </a:extLst>
          </p:cNvPr>
          <p:cNvCxnSpPr/>
          <p:nvPr/>
        </p:nvCxnSpPr>
        <p:spPr>
          <a:xfrm>
            <a:off x="5706319" y="1319514"/>
            <a:ext cx="0" cy="4109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590309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8E5A1-F99B-5137-1154-3800A75EA58F}"/>
              </a:ext>
            </a:extLst>
          </p:cNvPr>
          <p:cNvSpPr txBox="1"/>
          <p:nvPr/>
        </p:nvSpPr>
        <p:spPr>
          <a:xfrm>
            <a:off x="752354" y="1655180"/>
            <a:ext cx="108107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The Smart Parking System successfully simulates real-world parking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It efficiently manages parking allocation and queue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Dynamic pricing improves system fairness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The system provides real-time insights through graphs and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 Display" panose="020B00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5FE4FA7-FF2C-53DD-D44E-3B92DE4CCF4F}"/>
              </a:ext>
            </a:extLst>
          </p:cNvPr>
          <p:cNvSpPr txBox="1"/>
          <p:nvPr/>
        </p:nvSpPr>
        <p:spPr>
          <a:xfrm>
            <a:off x="3736666" y="2767280"/>
            <a:ext cx="60075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{B129E4D0-B7D9-4617-B225-D45A3E0554F3}TF1ed9553b-00c4-4092-846a-c8f7f2908f3beecd942f_win32-8e33096c3cfc</Template>
  <TotalTime>167</TotalTime>
  <Words>298</Words>
  <Application>Microsoft Office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 Display</vt:lpstr>
      <vt:lpstr>Arial</vt:lpstr>
      <vt:lpstr>Arial Rounded MT Bold</vt:lpstr>
      <vt:lpstr>Book Antiqua</vt:lpstr>
      <vt:lpstr>Calibri</vt:lpstr>
      <vt:lpstr>Courier New</vt:lpstr>
      <vt:lpstr>Gill Sans Nova Light</vt:lpstr>
      <vt:lpstr>Sagona Book</vt:lpstr>
      <vt:lpstr>Custom</vt:lpstr>
      <vt:lpstr>Smart Parking Simulation System  </vt:lpstr>
      <vt:lpstr> Traditional parking systems face many problems such as: Traffic congestion   Long waiting queues  Inefficient parking allocation  Payment delays      Proposed Solution is a smart parking simulation system that: Allocates parking slots automatically  Manages waiting queues  Calculates parking cost dynamically  Tracks occupancy and revenue  </vt:lpstr>
      <vt:lpstr>System Workflow</vt:lpstr>
      <vt:lpstr>PowerPoint Presentation</vt:lpstr>
      <vt:lpstr>PowerPoint Presentation</vt:lpstr>
      <vt:lpstr>Problem &amp; Solution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Simulation System  </dc:title>
  <dc:creator>Salma Ashraf Gouda</dc:creator>
  <cp:lastModifiedBy>rana fayez</cp:lastModifiedBy>
  <cp:revision>2</cp:revision>
  <dcterms:created xsi:type="dcterms:W3CDTF">2026-05-09T09:08:08Z</dcterms:created>
  <dcterms:modified xsi:type="dcterms:W3CDTF">2026-05-12T10:35:41Z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